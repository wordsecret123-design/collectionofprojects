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2" r:id="rId6"/>
    <p:sldId id="261" r:id="rId7"/>
    <p:sldId id="260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936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311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074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32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060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87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65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342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97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742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4E794-74CC-41C5-A6B6-42A5DDBA1C66}" type="datetimeFigureOut">
              <a:rPr lang="en-US" smtClean="0"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750A493-2041-43EE-88F8-35D8169A61F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95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53ED-DF33-4476-A308-13674B4AA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0023" y="785365"/>
            <a:ext cx="8952586" cy="2541431"/>
          </a:xfrm>
        </p:spPr>
        <p:txBody>
          <a:bodyPr/>
          <a:lstStyle/>
          <a:p>
            <a:r>
              <a:rPr lang="en-US" dirty="0"/>
              <a:t>Machine Problem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BB29E-0FF5-4993-BA2D-2DC26A87BB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00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2D5A-D614-464B-97B4-404A7E19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DAMA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2ECB7-552B-45A5-AD4B-44154CC88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0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8E56-E950-4EB5-A285-4DC79120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</a:t>
            </a:r>
            <a:r>
              <a:rPr lang="en-US" dirty="0" err="1"/>
              <a:t>Dama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EA13A-61F5-4064-AECF-B449EBC2B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Dama</a:t>
            </a:r>
            <a:r>
              <a:rPr lang="en-US" dirty="0"/>
              <a:t> is played on an 8x8 board. Each player starts with 12 men on his second and third ranks. The light color moves first, and players take turns. </a:t>
            </a:r>
          </a:p>
          <a:p>
            <a:r>
              <a:rPr lang="en-US" dirty="0"/>
              <a:t>The winner is the last player to complete a legal move. Normally a player loses when all of his pieces are captured, thus leaving him with no legal moves. But a player also loses if his remaining pieces have no legal moves. </a:t>
            </a:r>
          </a:p>
          <a:p>
            <a:r>
              <a:rPr lang="en-US" dirty="0"/>
              <a:t>Men move 1 space straight forward or sideways. They may jump in the same directions over an adjacent piece to an empty space immediately beyond. The piece which is jumped over is captured. A series of jumps with the same piece may be done in a single turn.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91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A18A-E660-4A8B-A246-A9BBFBEF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</a:t>
            </a:r>
            <a:r>
              <a:rPr lang="en-US" dirty="0" err="1"/>
              <a:t>dama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19738-8264-41B9-84F9-3029F635E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man ends its turn on the far row of the board it is "crowned" and becomes a King. </a:t>
            </a:r>
          </a:p>
          <a:p>
            <a:r>
              <a:rPr lang="en-US" dirty="0"/>
              <a:t>Kings move any number of spaces horizontally or vertically, and may jump in the same manner, jumping over a single piece and landing in any empty square beyond. </a:t>
            </a:r>
          </a:p>
          <a:p>
            <a:r>
              <a:rPr lang="en-US" dirty="0"/>
              <a:t>If a player has jumps available, he must jump. If a piece can continue jumping, it must. If a player has a choice of jumps he must choose the series of jumps which captures the most pieces.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50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B118C-649A-4269-BD6C-4FA80DFE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problem #1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9E127-7E8C-4D28-A32B-3BBFE55A3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04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7A39-3EA6-4D34-9262-E29DB0540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problem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0850-EE65-4163-AC50-E32B9C4A9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Java GUI program that would simulate a </a:t>
            </a:r>
            <a:r>
              <a:rPr lang="en-US" dirty="0" err="1"/>
              <a:t>Dama</a:t>
            </a:r>
            <a:r>
              <a:rPr lang="en-US" dirty="0"/>
              <a:t> game, taking into consideration the rules stated above.</a:t>
            </a:r>
          </a:p>
        </p:txBody>
      </p:sp>
    </p:spTree>
    <p:extLst>
      <p:ext uri="{BB962C8B-B14F-4D97-AF65-F5344CB8AC3E}">
        <p14:creationId xmlns:p14="http://schemas.microsoft.com/office/powerpoint/2010/main" val="4236903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20B1-4C65-4B24-A1B1-6131D49CA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EF19C-3227-472E-AD1D-9D07AD324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making multiple jumps, unlike Checkers or Draughts, each piece is captured and removed from the board as it is jumped. It is also illegal to make a 180 degree turn when jumping. </a:t>
            </a:r>
          </a:p>
          <a:p>
            <a:r>
              <a:rPr lang="en-US" dirty="0"/>
              <a:t>When the diagonal option is in effect, men move 1 space forward, sideways, or diagonally forward. Kings move and jump in any direction, horizontally, vertically, or diagonally.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378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CA1C-D818-45FE-9AF2-A58EACB83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67F5E-17EB-4AD9-8027-420FAB22C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21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A31C779-6CD5-418E-B7E3-C8EF29480B6F}"/>
              </a:ext>
            </a:extLst>
          </p:cNvPr>
          <p:cNvGrpSpPr/>
          <p:nvPr/>
        </p:nvGrpSpPr>
        <p:grpSpPr>
          <a:xfrm>
            <a:off x="1018579" y="66492"/>
            <a:ext cx="10154842" cy="6725016"/>
            <a:chOff x="1018579" y="66492"/>
            <a:chExt cx="10154842" cy="6725016"/>
          </a:xfrm>
        </p:grpSpPr>
        <p:pic>
          <p:nvPicPr>
            <p:cNvPr id="2" name="Picture 1" descr="Timeline&#10;&#10;Description automatically generated">
              <a:extLst>
                <a:ext uri="{FF2B5EF4-FFF2-40B4-BE49-F238E27FC236}">
                  <a16:creationId xmlns:a16="http://schemas.microsoft.com/office/drawing/2014/main" id="{5F66BB40-EAD2-499F-BEF8-F64262972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579" y="66492"/>
              <a:ext cx="10154842" cy="6725016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13AE3E2-D4E7-4EE6-A1E7-AF3AB6CBDA38}"/>
                </a:ext>
              </a:extLst>
            </p:cNvPr>
            <p:cNvSpPr/>
            <p:nvPr/>
          </p:nvSpPr>
          <p:spPr>
            <a:xfrm>
              <a:off x="3539266" y="2979868"/>
              <a:ext cx="785308" cy="2259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1049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B896-5145-449B-879E-2FA15723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9808-6543-46B8-ABB1-B8A78BC5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3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id="{2EAF2485-71F2-4714-B49B-FB07C4240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609" y="0"/>
            <a:ext cx="84135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72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CD6F-857E-4319-8C2D-F573110FA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 for determining the location of a specific cell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1EC5F-EB9F-492E-8564-A7CF1C1D4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7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FEFC-50D8-4A76-B662-945D02538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2E05E-50DE-4E73-9C0A-8E8696C01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(y*size)+x</a:t>
            </a:r>
          </a:p>
          <a:p>
            <a:r>
              <a:rPr lang="en-US" dirty="0"/>
              <a:t>(y*size)+x-2*(size+1)</a:t>
            </a:r>
          </a:p>
          <a:p>
            <a:r>
              <a:rPr lang="en-US" dirty="0"/>
              <a:t>(y*size)+x-2*(size-1)</a:t>
            </a:r>
          </a:p>
          <a:p>
            <a:r>
              <a:rPr lang="en-US" dirty="0"/>
              <a:t>(y*size)+x+2*(size-1)</a:t>
            </a:r>
          </a:p>
          <a:p>
            <a:r>
              <a:rPr lang="en-US" dirty="0"/>
              <a:t>(y*size)+x+2*(size+1)</a:t>
            </a:r>
          </a:p>
        </p:txBody>
      </p:sp>
    </p:spTree>
    <p:extLst>
      <p:ext uri="{BB962C8B-B14F-4D97-AF65-F5344CB8AC3E}">
        <p14:creationId xmlns:p14="http://schemas.microsoft.com/office/powerpoint/2010/main" val="3413377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3E88A2B-048C-4EE6-9966-6CB44BFD5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95081"/>
              </p:ext>
            </p:extLst>
          </p:nvPr>
        </p:nvGraphicFramePr>
        <p:xfrm>
          <a:off x="3402406" y="407695"/>
          <a:ext cx="8241552" cy="560583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15728">
                  <a:extLst>
                    <a:ext uri="{9D8B030D-6E8A-4147-A177-3AD203B41FA5}">
                      <a16:colId xmlns:a16="http://schemas.microsoft.com/office/drawing/2014/main" val="1481327413"/>
                    </a:ext>
                  </a:extLst>
                </a:gridCol>
                <a:gridCol w="915728">
                  <a:extLst>
                    <a:ext uri="{9D8B030D-6E8A-4147-A177-3AD203B41FA5}">
                      <a16:colId xmlns:a16="http://schemas.microsoft.com/office/drawing/2014/main" val="3872836657"/>
                    </a:ext>
                  </a:extLst>
                </a:gridCol>
                <a:gridCol w="915728">
                  <a:extLst>
                    <a:ext uri="{9D8B030D-6E8A-4147-A177-3AD203B41FA5}">
                      <a16:colId xmlns:a16="http://schemas.microsoft.com/office/drawing/2014/main" val="825112925"/>
                    </a:ext>
                  </a:extLst>
                </a:gridCol>
                <a:gridCol w="915728">
                  <a:extLst>
                    <a:ext uri="{9D8B030D-6E8A-4147-A177-3AD203B41FA5}">
                      <a16:colId xmlns:a16="http://schemas.microsoft.com/office/drawing/2014/main" val="3038021771"/>
                    </a:ext>
                  </a:extLst>
                </a:gridCol>
                <a:gridCol w="915728">
                  <a:extLst>
                    <a:ext uri="{9D8B030D-6E8A-4147-A177-3AD203B41FA5}">
                      <a16:colId xmlns:a16="http://schemas.microsoft.com/office/drawing/2014/main" val="841635608"/>
                    </a:ext>
                  </a:extLst>
                </a:gridCol>
                <a:gridCol w="915728">
                  <a:extLst>
                    <a:ext uri="{9D8B030D-6E8A-4147-A177-3AD203B41FA5}">
                      <a16:colId xmlns:a16="http://schemas.microsoft.com/office/drawing/2014/main" val="4058088117"/>
                    </a:ext>
                  </a:extLst>
                </a:gridCol>
                <a:gridCol w="915728">
                  <a:extLst>
                    <a:ext uri="{9D8B030D-6E8A-4147-A177-3AD203B41FA5}">
                      <a16:colId xmlns:a16="http://schemas.microsoft.com/office/drawing/2014/main" val="3541272707"/>
                    </a:ext>
                  </a:extLst>
                </a:gridCol>
                <a:gridCol w="915728">
                  <a:extLst>
                    <a:ext uri="{9D8B030D-6E8A-4147-A177-3AD203B41FA5}">
                      <a16:colId xmlns:a16="http://schemas.microsoft.com/office/drawing/2014/main" val="1907234917"/>
                    </a:ext>
                  </a:extLst>
                </a:gridCol>
                <a:gridCol w="915728">
                  <a:extLst>
                    <a:ext uri="{9D8B030D-6E8A-4147-A177-3AD203B41FA5}">
                      <a16:colId xmlns:a16="http://schemas.microsoft.com/office/drawing/2014/main" val="2639661164"/>
                    </a:ext>
                  </a:extLst>
                </a:gridCol>
              </a:tblGrid>
              <a:tr h="6228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93548"/>
                  </a:ext>
                </a:extLst>
              </a:tr>
              <a:tr h="62287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863437"/>
                  </a:ext>
                </a:extLst>
              </a:tr>
              <a:tr h="6228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38918"/>
                  </a:ext>
                </a:extLst>
              </a:tr>
              <a:tr h="6228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959686"/>
                  </a:ext>
                </a:extLst>
              </a:tr>
              <a:tr h="6228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498450"/>
                  </a:ext>
                </a:extLst>
              </a:tr>
              <a:tr h="6228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679200"/>
                  </a:ext>
                </a:extLst>
              </a:tr>
              <a:tr h="6228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197332"/>
                  </a:ext>
                </a:extLst>
              </a:tr>
              <a:tr h="6228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208939"/>
                  </a:ext>
                </a:extLst>
              </a:tr>
              <a:tr h="6228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935430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781E0B-BD3F-4ABE-9AAF-E7C795ECA9C0}"/>
              </a:ext>
            </a:extLst>
          </p:cNvPr>
          <p:cNvSpPr txBox="1">
            <a:spLocks/>
          </p:cNvSpPr>
          <p:nvPr/>
        </p:nvSpPr>
        <p:spPr>
          <a:xfrm>
            <a:off x="418950" y="1090574"/>
            <a:ext cx="3088148" cy="34506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(y*size)+x</a:t>
            </a:r>
          </a:p>
          <a:p>
            <a:r>
              <a:rPr lang="en-US" dirty="0"/>
              <a:t>(y*size)+x-2*(size+1)</a:t>
            </a:r>
          </a:p>
          <a:p>
            <a:r>
              <a:rPr lang="en-US" dirty="0"/>
              <a:t>(y*size)+x-2*(size-1)</a:t>
            </a:r>
          </a:p>
          <a:p>
            <a:r>
              <a:rPr lang="en-US" dirty="0"/>
              <a:t>(y*size)+x+2*(size-1)</a:t>
            </a:r>
          </a:p>
          <a:p>
            <a:r>
              <a:rPr lang="en-US" dirty="0"/>
              <a:t>(y*size)+x+2*(size+1)</a:t>
            </a:r>
          </a:p>
        </p:txBody>
      </p:sp>
    </p:spTree>
    <p:extLst>
      <p:ext uri="{BB962C8B-B14F-4D97-AF65-F5344CB8AC3E}">
        <p14:creationId xmlns:p14="http://schemas.microsoft.com/office/powerpoint/2010/main" val="367714311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</TotalTime>
  <Words>475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Machine Problem #1</vt:lpstr>
      <vt:lpstr>RULES OF DAMA</vt:lpstr>
      <vt:lpstr>Rules of Dama</vt:lpstr>
      <vt:lpstr>Rules of dama</vt:lpstr>
      <vt:lpstr>Machine problem #1</vt:lpstr>
      <vt:lpstr>Machine problem #1</vt:lpstr>
      <vt:lpstr>PowerPoint Presentation</vt:lpstr>
      <vt:lpstr>Class Diagram</vt:lpstr>
      <vt:lpstr>PowerPoint Presentation</vt:lpstr>
      <vt:lpstr>User interface design</vt:lpstr>
      <vt:lpstr>PowerPoint Presentation</vt:lpstr>
      <vt:lpstr>Formula for determining the location of a specific cell</vt:lpstr>
      <vt:lpstr>formula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Problem #1</dc:title>
  <dc:creator>Rommel Bagasina</dc:creator>
  <cp:lastModifiedBy>Rommel Bagasina</cp:lastModifiedBy>
  <cp:revision>6</cp:revision>
  <dcterms:created xsi:type="dcterms:W3CDTF">2021-07-19T10:26:28Z</dcterms:created>
  <dcterms:modified xsi:type="dcterms:W3CDTF">2021-07-20T00:26:52Z</dcterms:modified>
</cp:coreProperties>
</file>